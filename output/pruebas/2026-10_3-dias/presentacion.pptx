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1F2A44"/>
                </a:solidFill>
                <a:latin typeface="Calibri"/>
              </a:rPr>
              <a:t>Calendario LinkedIn - Octubre 2026 (prueba 3 días)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0A66C2"/>
                </a:solidFill>
                <a:latin typeface="Calibri"/>
              </a:rPr>
              <a:t>Ventana: jueves 08/10, viernes 09/10 y martes 13/10/2026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F2A44"/>
                </a:solidFill>
                <a:latin typeface="Calibri"/>
              </a:rPr>
              <a:t>Total de posts: 10.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F2A44"/>
                </a:solidFill>
                <a:latin typeface="Calibri"/>
              </a:rPr>
              <a:t>Por perfil: Visual Trans 2, Emma González 2, Cecilio Labrada 2, Enrique Saa 2, Laura Díaz 2.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F2A44"/>
                </a:solidFill>
                <a:latin typeface="Calibri"/>
              </a:rPr>
              <a:t>Pilares reales: Noticias 6 (60%), Pains 3 (30%), Casos de éxito 1 (10%).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F2A44"/>
                </a:solidFill>
                <a:latin typeface="Calibri"/>
              </a:rPr>
              <a:t>Apariciones por pain: #3 = 1, #4 = 1, #7 = 1. Ninguno supera 2. El pain prioritario #7 aparece (Enrique, 13/10).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F2A44"/>
                </a:solidFill>
                <a:latin typeface="Calibri"/>
              </a:rPr>
              <a:t>Reglas de no-solapamiento: no hay mismo pain el mismo día en dos perfiles ni en días consecutivos dentro de un perfil.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F2A44"/>
                </a:solidFill>
                <a:latin typeface="Calibri"/>
              </a:rPr>
              <a:t>No hay publicaciones en sábado, domingo ni en el festivo 12/10: solo jueves 08/10, viernes 09/10 y martes 13/10.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1">
                <a:solidFill>
                  <a:srgbClr val="1F2A44"/>
                </a:solidFill>
                <a:latin typeface="Calibri"/>
              </a:rPr>
              <a:t>Jueves 08/10  |  Visual Trans  |  Noticias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36576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Calibri"/>
              </a:rPr>
              <a:t>Formato sugerido: imagen + texto corto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54864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Desde el 5 de octubre, el papel ya no es suficiente en el transporte nacional de mercancías por carretera.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El DeCA, el documento electrónico de control administrativo, es obligatorio. Y tiene que ser digital desde su origen: un papel escaneado no cuenta.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Esto no es un proyecto lejano; es el presente.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Si todavía no estás adaptado, hay tres cosas que puedes hacer esta misma semana: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1️⃣ Revisa cómo generas hoy el documento de control en tus operaciones nacionales.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2️⃣ Comprueba que tu software puede emitirlo en formato digital y tenerlo disponible cuando se solicite.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143000"/>
            <a:ext cx="54864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3️⃣ Habla con tu cargador y tu transportista. Afecta a ambos, y conviene ir de la mano.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Los cambios normativos llegan con fecha. La tranquilidad llega cuando tu herramienta ya los tiene resueltos.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Por eso llevamos más de 20 años hablando con los actores de la cadena de suministro: para que quienes confían en nosotros no tengan que perseguir cada norma.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No es solo cumplir con la ley, es poder trabajar sin sobresaltos.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¿Tu equipo ya trabaja con el DeCA en digital?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#nosgustaelfuturo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1">
                <a:solidFill>
                  <a:srgbClr val="1F2A44"/>
                </a:solidFill>
                <a:latin typeface="Calibri"/>
              </a:rPr>
              <a:t>Jueves 08/10  |  Enrique Saa  |  Noticias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36576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Calibri"/>
              </a:rPr>
              <a:t>Formato sugerido: foto/imagen + texto corto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54864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Hoy es el último día de Conxemar 2026 en Vigo.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Han sido tres jornadas de conversaciones sin rodeos con profesionales del sector, de profesional a profesional.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Desde Visual Trans hemos compartido stand con el Clúster da Función Loxística. Ahí hemos hablado de operativa, de digitalización y de los cambios normativos que ya están sobre la mesa.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143000"/>
            <a:ext cx="54864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Si hoy te pilla cerca del recinto, quedan las últimas horas.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📍 Stand 2A01, IFEVI, Vigo.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Pásate a saludar y vamos a aterrizar tus dudas de última hora sobre cómo preparar tu operativa.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Si no llegas a tiempo, no pasa nada. Seguimos en contacto.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👇 Te dejo en el primer comentario cómo hablar con nosotros.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1">
                <a:solidFill>
                  <a:srgbClr val="1F2A44"/>
                </a:solidFill>
                <a:latin typeface="Calibri"/>
              </a:rPr>
              <a:t>Jueves 08/10  |  Cecilio Labrada  |  Noticias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36576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Calibri"/>
              </a:rPr>
              <a:t>Formato sugerido: carrusel / imagen + texto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54864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El DeCA ya está en vigor. El eCMR, no tiene nada que ver.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Bueno, casi nada. Y esa confusión ya la estoy viendo en el mercado desde el lunes, cuando el DeCA digital pasó a ser obligatorio (05/10).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Vamos a ponerlo en claro.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1️⃣ DeCA: transporte nacional de mercancías por carretera. Documento nativo digital. El papel y el escaneado ya no valen ante la Inspección.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2️⃣ eCMR: transporte internacional por carretera. Es la versión electrónica de la carta de porte CMR, bajo el Protocolo de 2008. No es la obligación de este mes.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3️⃣ El punto de contacto: un eCMR en formato digital que recoja el contenido mínimo exigido puede servir también como DeCA. Una herramienta, dos usos. Pero no al revés.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143000"/>
            <a:ext cx="54864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Pero aquí viene el error que más se repite: leer que el eCMR es "obligatorio desde octubre" porque algunos proveedores mezclan ambos conceptos. No lo es. Lo que se exige desde el 05/10 es el DeCA digital.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El problema no es el nombre del documento. El problema es no saber cuál te toca en cada operación.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Y no se trata solo de cumplir con un formato, sino de que tu operativa no dependa de que alguien recuerde, tráfico a tráfico, qué papel (o qué archivo) va en cada camión.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¿Ya distinguís en vuestra operativa qué tráficos son DeCA y cuáles eCMR? ¿Cómo lo estáis resolviendo?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1">
                <a:solidFill>
                  <a:srgbClr val="1F2A44"/>
                </a:solidFill>
                <a:latin typeface="Calibri"/>
              </a:rPr>
              <a:t>Viernes 09/10  |  Emma González  |  Pains  |  Pain #4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36576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Calibri"/>
              </a:rPr>
              <a:t>Formato sugerido: imagen + texto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54864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Tres veces el mismo dato. Y ninguna cuadra.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Matrícula, cargador, destinatario, mercancía. Lo tecleas en el sistema de operaciones, lo repites en la factura y lo vuelves a copiar en el documento de transporte.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Así se trabaja en muchas oficinas desde hace años. 😬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Desde el 05/10 el DeCA, el documento electrónico de control administrativo que exige la Ley 9/2025 de Movilidad Sostenible, es obligatorio en el transporte nacional de mercancías por carretera. El papel y los escaneados ya no valen.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Y aquí viene lo que casi nadie dice: el DeCA no crea el problema de la doble entrada. Lo deja a la vista.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Si el dato está en tres sitios, tienes tres oportunidades de que un error llegue al documento que te piden en un control. Eso no es solo tiempo perdido: es riesgo de sanción para cargador y transportista.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143000"/>
            <a:ext cx="54864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Por eso me parece un problema de diseño, no de competencia personal. Nadie en tu equipo teclea mal por gusto. Teclea mal porque las herramientas no hablan entre sí.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En Visual Trans trabajamos con una idea muy simple, el dato único: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✔️ Se introduce una vez
✔️ Viaja por todo el sistema, de la cotización a la factura
✔️ Se conecta con terceros por API nativa, sin volver a picarlo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Ese es el valor real: dedicar el tiempo a la operación, no a copiar lo que ya sabías.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¿Cuántas veces tecleas hoy el mismo dato en tu día a día?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1">
                <a:solidFill>
                  <a:srgbClr val="1F2A44"/>
                </a:solidFill>
                <a:latin typeface="Calibri"/>
              </a:rPr>
              <a:t>Viernes 09/10  |  Laura Díaz  |  Pains  |  Pain #3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36576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Calibri"/>
              </a:rPr>
              <a:t>Formato sugerido: imagen + texto con cifra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54864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Cuatro días.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Eso es lo que lleva el papel sin valer en el transporte nacional por carretera. Desde el 5 de octubre, el DeCA es digital de origen y ante la Inspección el papel ya no cuenta.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Y aunque en tu oficina todavía no haya pasado nada, el DeCA ya ha hecho algo: dejar a la vista cuánto trabajo manual sigue colgado de tu documentación.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Pero aquí viene lo brutal. El problema no es el documento nuevo. Es todo lo que había alrededor: imprimir, firmar, escanear, subir, reenviar por correo y volver a teclear los mismos datos.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Cada paso parece pequeño. Juntos, son horas que nadie factura.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143000"/>
            <a:ext cx="54864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Es como seguir yendo a Correos a mandar una carta cuando ya tienes el móvil en el bolsillo. Funciona. Pero cada vez cuesta más justificarlo.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No es un cambio de formato. Es la señal de que la burocracia del día a día ya no se puede seguir haciendo a mano.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En Visual Trans llevamos más de 20 años adaptando el software a estos cambios para que la carga administrativa no recaiga en tu equipo.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¿Cuántos pasos de tu documentación siguen dependiendo de una persona y un teclado?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#nosgustaelfuturo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1">
                <a:solidFill>
                  <a:srgbClr val="1F2A44"/>
                </a:solidFill>
                <a:latin typeface="Calibri"/>
              </a:rPr>
              <a:t>Viernes 09/10  |  Cecilio Labrada  |  Noticias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36576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Calibri"/>
              </a:rPr>
              <a:t>Formato sugerido: imagen + texto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54864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150 €. Ese umbral ya no protege a nadie desde el 1 de julio.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Hasta entonces, los envíos de bajo valor que entraban en la UE con un valor inferior a esa cifra se beneficiaban de una exención. Desde el 01/07/2026 esa exención de minimis ha terminado. Cada paquete cuenta.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Pero el cambio no se detiene ahí.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Lo siguiente está previsto para noviembre: una tasa de gestión y la obligación de identificar mejor los productos de cada envío. Aún no hay una fecha cerrada que podamos confirmar, y prefiero decirlo así antes que dar un día que luego cambie.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¿Qué implica para un transitario?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➡️ Más declaraciones donde antes no había trámite.
➡️ Más datos por línea de producto, no solo por envío.
➡️ Más margen de error en un flujo que antes era casi automático.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143000"/>
            <a:ext cx="54864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Sin contar el efecto en el cliente de e-commerce, que seguirá esperando el mismo plazo de entrega y el mismo precio.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Llevamos años viendo que los cambios normativos no suelen ser el problema. El problema es llegar a ellos con hojas de cálculo y datos que hay que teclear dos veces.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Noviembre está más cerca de lo que parece.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¿Tenéis ya identificado qué clientes de e-commerce se verán afectados? ¿Y qué datos de producto os faltan hoy para declararlos?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1">
                <a:solidFill>
                  <a:srgbClr val="1F2A44"/>
                </a:solidFill>
                <a:latin typeface="Calibri"/>
              </a:rPr>
              <a:t>Martes 13/10  |  Visual Trans  |  Noticias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36576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Calibri"/>
              </a:rPr>
              <a:t>Formato sugerido: imagen + texto corto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54864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¿Qué tiene que ver la inteligencia artificial con un documento que ya nace digital?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Todo. Y te lo explicamos en breve.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Esta semana se habla mucho de IA aplicada a la documentación y a las aduanas. Leer, clasificar, proponer, avisar. El sector avanza hacia ahí.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Pero hay algo que casi nunca se dice: la IA no funciona sobre papeles ni sobre datos repetidos en cinco sistemas.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Necesita datos limpios. Un dato único. Procesos conectados.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Y ahí el DeCA ha marcado un punto de partida. Ha obligado a que el documento sea digital desde el principio, y eso abre la puerta a todo lo que viene después.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143000"/>
            <a:ext cx="54864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✅ Un dato que se introduce una sola vez.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✅ Una herramienta integrada con puertos, navieras y organismos.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✅ Un equipo que dedica su tiempo a decidir, no a teclear.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No es solo tecnología; es tiempo que vuelve a tu negocio.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En Visual Trans lo vemos así: primero digitalizar bien, después automatizar. Sin saltarse pasos.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Escuchar. Entender. Acompañar.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¿Qué tarea documental te gustaría dejar de hacer a mano?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#nosgustaelfuturo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1">
                <a:solidFill>
                  <a:srgbClr val="1F2A44"/>
                </a:solidFill>
                <a:latin typeface="Calibri"/>
              </a:rPr>
              <a:t>Martes 13/10  |  Enrique Saa  |  Pains  |  Pain #7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36576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Calibri"/>
              </a:rPr>
              <a:t>Formato sugerido: imagen + texto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54864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El DeCA lleva una semana en vigor y el calendario normativo no se detiene.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Desde el 5 de octubre, el papel ya no vale en el transporte nacional de mercancías por carretera. El documento es digital y la base es la Ley 9/2025 de Movilidad Sostenible.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Y no es la única novedad. El ICS2 está plenamente vigente desde enero de este año, y las nuevas reglas para los envíos de bajo valor están previstas para noviembre.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Está a la vuelta de la esquina. Y la gran pregunta sigue en el aire: ¿está tu software preparado para el siguiente cambio?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Porque el problema no es solo cumplir hoy. Es no enterarte tarde de lo que viene mañana.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143000"/>
            <a:ext cx="54864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Por eso, en Visual Trans seguimos de cerca cada novedad y estamos en contacto con los actores de la cadena para adaptar nuestras soluciones. Más de 20 años en el sector nos han enseñado que esto funciona así.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✔️ Tu equipo no tiene que seguir cada normativa a mano
✔️ El software evoluciona contigo
✔️ El negocio sigue rodando mientras la normativa cambia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No es solo software, es responsabilidad legal.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Es el momento de revisar tu situación antes de que el siguiente plazo llegue sin avisar.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👇 Te dejo el enlace en el primer comentario.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1">
                <a:solidFill>
                  <a:srgbClr val="1F2A44"/>
                </a:solidFill>
                <a:latin typeface="Calibri"/>
              </a:rPr>
              <a:t>Martes 13/10  |  Emma González  |  Casos de éxito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36576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Calibri"/>
              </a:rPr>
              <a:t>Formato sugerido: pendiente Adrián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600" b="1">
                <a:solidFill>
                  <a:srgbClr val="0A66C2"/>
                </a:solidFill>
                <a:latin typeface="Calibri"/>
              </a:rPr>
              <a:t>CASO DE ÉXITO — pendiente Adrián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1">
                <a:solidFill>
                  <a:srgbClr val="1F2A44"/>
                </a:solidFill>
                <a:latin typeface="Calibri"/>
              </a:rPr>
              <a:t>Martes 13/10  |  Laura Díaz  |  Noticias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36576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Calibri"/>
              </a:rPr>
              <a:t>Formato sugerido: imagen + texto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54864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Un papel firmado ya no te protege en carretera.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Desde el 5 de octubre, el DeCA es obligatorio y nativo digital en el transporte nacional de mercancías por carretera. La base es la Ley 9/2025 de Movilidad Sostenible. Y el papel, o un escaneado, ya no sirve ante la Inspección.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Seamos claros: esto no afecta solo al transportista. También al cargador. Los dos pueden asumir el riesgo de sanción si en un control no hay un DeCA digital válido.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Pasa lo mismo que con el paraguas: nadie lo echa de menos hasta que llueve. Con el DeCA, la lluvia es un control en mitad de la ruta.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143000"/>
            <a:ext cx="54864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Pero aquí viene lo que nadie cuenta. El riesgo no está en el día del control. Está en el día anterior, cuando el DeCA se genera tarde, a mano o en un sistema que no sabía que existía.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No es cuestión de tener un documento. Es cuestión de tenerlo bien generado, a tiempo y accesible desde el primer momento.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Y aunque lleves ocho días con el DeCA en vigor sin ningún susto, al final la pregunta es otra: si hoy paran uno de tus camiones, ¿tu equipo sabe qué mostrar?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Te leo en comentarios. 👇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#nosgustaelfuturo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